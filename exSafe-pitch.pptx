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exSafe — the safety desk that reads a transaction or link for your whole community before anyone signs. Working MVP, built for the Vibeathon.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743200"/>
            <a:ext cx="7315200" cy="5486400"/>
          </a:xfrm>
          <a:prstGeom prst="ellipse">
            <a:avLst/>
          </a:prstGeom>
          <a:solidFill>
            <a:srgbClr val="22C5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-3200400"/>
            <a:ext cx="7315200" cy="54864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17320" y="5669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Vibeathon · Wave 1 Founder Application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pPr indent="0" marL="0">
              <a:buNone/>
            </a:pPr>
            <a:r>
              <a:rPr lang="en-US" sz="6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before you sign it.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NFT Community Safety Desk — one clear verdict on any link, contract,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transaction, or announcement, before a member connects a wallet.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12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5212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5212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52120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5212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 click in crypto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wallet drainers every year (Scam Sniffer).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it comes down to one bad signature — or one fake link dropped in a Discord that just got hijacked.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moment it matters, a wallet shows a wall of hex and asks: “Sign?”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82880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wallet, right now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this transaction?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35240" y="288036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0B0E1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9718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0xa22cb465000000000000000000000000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0000000000000000000000000000badbad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0000000000000000000000000000000001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635240" y="4206240"/>
            <a:ext cx="1760220" cy="502920"/>
          </a:xfrm>
          <a:prstGeom prst="roundRect">
            <a:avLst>
              <a:gd name="adj" fmla="val 14545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206240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32620" y="4206240"/>
            <a:ext cx="1760220" cy="502920"/>
          </a:xfrm>
          <a:prstGeom prst="roundRect">
            <a:avLst>
              <a:gd name="adj" fmla="val 14545"/>
            </a:avLst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32620" y="4206240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5120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gives an attacker every NFT you own.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Who’s getting hurt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NFT community, every 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3108960"/>
          </a:xfrm>
          <a:prstGeom prst="roundRect">
            <a:avLst>
              <a:gd name="adj" fmla="val 2941"/>
            </a:avLst>
          </a:prstGeom>
          <a:solidFill>
            <a:srgbClr val="161B26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721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members who just want the mint. They can’t read hex or spot the zero in “0pensea.io”.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7784" y="1920240"/>
            <a:ext cx="3453384" cy="3108960"/>
          </a:xfrm>
          <a:prstGeom prst="roundRect">
            <a:avLst>
              <a:gd name="adj" fmla="val 2941"/>
            </a:avLst>
          </a:prstGeom>
          <a:solidFill>
            <a:srgbClr val="161B26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3544" y="2286000"/>
            <a:ext cx="777240" cy="77724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3544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33544" y="329184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Mods &amp; founders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33544" y="3794760"/>
            <a:ext cx="2721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police every link in a 20,000-member Discord, 24 hours a day.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6928" y="1920240"/>
            <a:ext cx="3453384" cy="3108960"/>
          </a:xfrm>
          <a:prstGeom prst="roundRect">
            <a:avLst>
              <a:gd name="adj" fmla="val 2941"/>
            </a:avLst>
          </a:prstGeom>
          <a:solidFill>
            <a:srgbClr val="161B26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2688" y="2286000"/>
            <a:ext cx="777240" cy="77724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52688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52688" y="329184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community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52688" y="3794760"/>
            <a:ext cx="2721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hijacked announcement drains dozens of wallets — and the project’s reputation with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exSafe: one clear verdict, before you sign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link, contract address, transaction, or a suspicious announcement. exSafe returns one verdict a human actually understands — with a plain-language reason.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36499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or mint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6732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93192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767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address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3425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49884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334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/ signature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0118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5065776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9011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2011680"/>
            <a:ext cx="4709160" cy="2587752"/>
          </a:xfrm>
          <a:prstGeom prst="roundRect">
            <a:avLst>
              <a:gd name="adj" fmla="val 3534"/>
            </a:avLst>
          </a:prstGeom>
          <a:solidFill>
            <a:srgbClr val="161B26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22860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258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927848" y="23042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pPr indent="0" marL="0">
              <a:buNone/>
            </a:pPr>
            <a:r>
              <a:rPr lang="en-US" sz="11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927848" y="26700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 flags found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87768" y="3255264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088" y="3163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community</a:t>
            </a:r>
            <a:pPr indent="0" marL="0">
              <a:buNone/>
            </a:pPr>
            <a:r>
              <a:rPr lang="en-US" sz="9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exSafe community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62088" y="34198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OpenSea marketplace.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87768" y="384048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7562088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MetaMask allowlist</a:t>
            </a:r>
            <a:pPr indent="0" marL="0">
              <a:buNone/>
            </a:pPr>
            <a:r>
              <a:rPr lang="en-US" sz="9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eth-phishing-detect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62088" y="40050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as a legitimate domain.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4892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opensea.io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wallet hides, exSafe explains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794760" cy="3200400"/>
          </a:xfrm>
          <a:prstGeom prst="roundRect">
            <a:avLst>
              <a:gd name="adj" fmla="val 2857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wallet at signing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this transaction?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0B0E1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0xa22cb465…badbad…0001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Function: setApprovalForAll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warning. No context.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3474720"/>
            <a:ext cx="77724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32120" y="1783080"/>
            <a:ext cx="6126480" cy="2587752"/>
          </a:xfrm>
          <a:prstGeom prst="roundRect">
            <a:avLst>
              <a:gd name="adj" fmla="val 3534"/>
            </a:avLst>
          </a:prstGeom>
          <a:solidFill>
            <a:srgbClr val="161B26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0574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56248" y="20756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pPr indent="0" marL="0">
              <a:buNone/>
            </a:pPr>
            <a:r>
              <a:rPr lang="en-US" sz="11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Transaction data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56248" y="24414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access to ALL your NFTs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16168" y="3026664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293522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access to ALL your NFTs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90488" y="319125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0x00…dbad permission to transfer every NFT you own in this collection.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16168" y="36118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190488" y="35204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on community blocklist</a:t>
            </a:r>
            <a:pPr indent="0" marL="0">
              <a:buNone/>
            </a:pPr>
            <a:r>
              <a:rPr lang="en-US" sz="9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exSafe community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90488" y="37764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receiving this permission has been reported as a drainer.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exSafe decoded the transaction — and recognised the attacker’s address.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live where the community already is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no browser extension has: distribution.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943600" cy="3383280"/>
          </a:xfrm>
          <a:prstGeom prst="roundRect">
            <a:avLst>
              <a:gd name="adj" fmla="val 2703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#mint-chat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365760" cy="365760"/>
          </a:xfrm>
          <a:prstGeom prst="ellipse">
            <a:avLst/>
          </a:prstGeom>
          <a:solidFill>
            <a:srgbClr val="5865F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degen_ape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is the mint here? opensea-mint.net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exSafe </a:t>
            </a:r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356616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61B26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DANGER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40233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MetaMask phishing blocklist + reported by 47 members. Do not connect your wallet.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210312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23500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or address posted gets checked — no command needed.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320040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report, mods verify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4472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 and /verify build a blocklist and allowlist that’s scoped to your server.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429768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smarter every 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5445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community’s desk learns from its own members. No install — it’s just in your server.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brain, many doors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20574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0" y="2423160"/>
            <a:ext cx="822960" cy="0"/>
          </a:xfrm>
          <a:prstGeom prst="line">
            <a:avLst/>
          </a:prstGeom>
          <a:noFill/>
          <a:ln w="28575">
            <a:solidFill>
              <a:srgbClr val="9AA3B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9718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bot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3337560"/>
            <a:ext cx="822960" cy="0"/>
          </a:xfrm>
          <a:prstGeom prst="line">
            <a:avLst/>
          </a:prstGeom>
          <a:noFill/>
          <a:ln w="28575">
            <a:solidFill>
              <a:srgbClr val="9AA3B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8862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86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0" y="4251960"/>
            <a:ext cx="822960" cy="0"/>
          </a:xfrm>
          <a:prstGeom prst="line">
            <a:avLst/>
          </a:prstGeom>
          <a:noFill/>
          <a:ln w="28575">
            <a:solidFill>
              <a:srgbClr val="9AA3B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33172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161B26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exSafe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→ check →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→ explain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337560"/>
            <a:ext cx="822960" cy="0"/>
          </a:xfrm>
          <a:prstGeom prst="line">
            <a:avLst/>
          </a:prstGeom>
          <a:noFill/>
          <a:ln w="28575">
            <a:solidFill>
              <a:srgbClr val="9AA3B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55280" y="19659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eth-phishing-detect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253288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532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GoPlus Security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3099816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30998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Etherscan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3666744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RDAP domain 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233672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233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calldata decode (viem)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48006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419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plain-language + announcements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for its explanations — a Vibeathon sponsor.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product, ready to launch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5349240" cy="2468880"/>
          </a:xfrm>
          <a:prstGeom prst="roundRect">
            <a:avLst>
              <a:gd name="adj" fmla="val 3704"/>
            </a:avLst>
          </a:prstGeom>
          <a:solidFill>
            <a:srgbClr val="161B26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60604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— web, Discord bot, and API, all running now.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zero API keys (graceful degradation) — anyone can try it instantly.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70332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611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threat feeds, real on-chain decoding, real community reports.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330952" cy="2468880"/>
          </a:xfrm>
          <a:prstGeom prst="roundRect">
            <a:avLst>
              <a:gd name="adj" fmla="val 3704"/>
            </a:avLst>
          </a:prstGeom>
          <a:solidFill>
            <a:srgbClr val="161B26"/>
          </a:solidFill>
          <a:ln w="12700">
            <a:solidFill>
              <a:srgbClr val="26304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75120" y="26060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communities — protection should be default.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31546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advanced threat feeds, mod dashboard, analytics.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370332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3611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Add-ons: multi-chain, full transaction simulation, API seats.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3453384" cy="1371600"/>
          </a:xfrm>
          <a:prstGeom prst="roundRect">
            <a:avLst>
              <a:gd name="adj" fmla="val 6667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463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230368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live: web + Discord +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75176" y="5394960"/>
            <a:ext cx="219456" cy="0"/>
          </a:xfrm>
          <a:prstGeom prst="line">
            <a:avLst/>
          </a:prstGeom>
          <a:noFill/>
          <a:ln w="28575">
            <a:solidFill>
              <a:srgbClr val="9AA3B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67784" y="4709160"/>
            <a:ext cx="3453384" cy="1371600"/>
          </a:xfrm>
          <a:prstGeom prst="roundRect">
            <a:avLst>
              <a:gd name="adj" fmla="val 6667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2104" y="48463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42104" y="5230368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simulation · MetaMask Snap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94320" y="5394960"/>
            <a:ext cx="219456" cy="0"/>
          </a:xfrm>
          <a:prstGeom prst="line">
            <a:avLst/>
          </a:prstGeom>
          <a:noFill/>
          <a:ln w="28575">
            <a:solidFill>
              <a:srgbClr val="9AA3B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86928" y="4709160"/>
            <a:ext cx="3453384" cy="1371600"/>
          </a:xfrm>
          <a:prstGeom prst="roundRect">
            <a:avLst>
              <a:gd name="adj" fmla="val 6667"/>
            </a:avLst>
          </a:prstGeom>
          <a:solidFill>
            <a:srgbClr val="1419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1248" y="48463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61248" y="5230368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dashboard · multi-chain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launch as a Wave 1 founder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Crypto-native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22585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product for the exact users Vibestarter serves.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4476" y="1892808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4476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34556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34556" y="22585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through Discord — where projects already live.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wedge &amp; GTM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36758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spreads server to server; each one is a new community.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4476" y="3310128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4476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34556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now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34556" y="36758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something people can use today.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22C55E">
              <a:alpha val="14000"/>
            </a:srgbClr>
          </a:solidFill>
          <a:ln w="15875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02920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funded launch and a Wave 1 seat. exSafe protects the next wave of communities Vibestarter brings on-chain.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743200"/>
            <a:ext cx="7315200" cy="5486400"/>
          </a:xfrm>
          <a:prstGeom prst="ellipse">
            <a:avLst/>
          </a:prstGeom>
          <a:solidFill>
            <a:srgbClr val="22C5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-3200400"/>
            <a:ext cx="7315200" cy="54864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9659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82996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pPr algn="ctr" indent="0" marL="0">
              <a:buNone/>
            </a:pPr>
            <a:r>
              <a:rPr lang="en-US" sz="6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before you sign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desk for NFT communities.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exSafe — Vibeathon</dc:title>
  <dc:subject>PptxGenJS Presentation</dc:subject>
  <dc:creator>exSafe</dc:creator>
  <cp:lastModifiedBy>exSafe</cp:lastModifiedBy>
  <cp:revision>1</cp:revision>
  <dcterms:created xsi:type="dcterms:W3CDTF">2026-07-20T13:50:07Z</dcterms:created>
  <dcterms:modified xsi:type="dcterms:W3CDTF">2026-07-20T13:50:07Z</dcterms:modified>
</cp:coreProperties>
</file>